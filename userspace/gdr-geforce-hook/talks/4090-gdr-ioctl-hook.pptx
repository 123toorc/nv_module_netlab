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开场 40 秒：今天不讲「怎么改 NVIDIA 开源内核把 GDR 打开」。我们 4090 上那条路走不通，而且也不该再走。
今天要讲的是：用户态一个 .so，怎样在 CUDA 和内核中间插一脚，把 GeForce 从来不肯写的「第三方 P2P 登记本」补上。
先声明三件事：不改内核、不改 libcuda 文件、不要全局 export LD_PRELOAD。后面每一页都围着这三句转。
听众如果只听懂一个比喻，就是酒店前台的访客登记本。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 1 分钟把三件事钉死。后面所有细节都是在填这三格。
强调第 2 点：很多人一上来就说「消费卡硬件不支持 GDR」。我们自己也这么以为过。Harry 的 5090 文章和我们 4090 上的日志都说明：硬件 DMA 路径在，缺的是软件政策。
第 3 点预告手法：不是 patch 内核，是挟持用户态的 ioctl。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这一页是给「我没写过驱动」的人吃定心丸。
把四个词写在白板上也行：ioctl、handle、LD_PRELOAD、登记本。后面反复用。
UMMU 那一页最后只会闪一下，避免把讲座带跑。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 90 秒讲图，不要展开 PCIe TLP。
点一句：我们后面测的 write_lat_gpu --gpu-mode=peermem，走的就是右边这条。
GDRCopy 不是「拷贝库」那么简单，它的第一步 pin，是在内核里找「这 VA 对应哪段 GPU 物理页」。找不到就直接失败，后面的 BAR mapping 根本不会发生。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这是全场最重要的一页。后面说「建登记本」「写门牌」「查无此人」，都指这一张表。
强调 handle 每次不同：所以我们的 .so 里没有写死 GDB 里看到的地址，写死的是 RM 公开协议（class / cmd），房间号运行时从 ioctl 里抓。
0x503c 就是 NVIDIA 给第三方 P2P 用的对象类名 NV50_THIRD_PARTY_P2P。听众不必背，记住「登记本」即可。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分清两件已被同事搞混的事：
1) GPU 跟 GPU 互访（P2P）—— aikitoria 已经做了，保持原样。
2) 网卡按 CUDA 虚拟地址去 pin GPU 页 —— 这是 GDRCopy / peermem，今天的主题。
当场再说一次：禁止再给 4090 打 NVIDIA 内核 GDR 补丁。内核那条路 Harry 试过，不是最后闸门；我们还需要的是 legacy 登记本，内核里改 dma-buf 能力位也补不上。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把 -22 和 0x57 写在黑板上。后面日志里只要再出现这两个数，听众立刻知道是登记本问题。
Tesla 对照非常重要：同一份 GDRCopy，在 V100 上不用我们的 .so 就能 pin。说明 GDRCopy 没写错，是 GeForce 的 libcuda 少做了功课。
0x57 的官方名字是 NV_ERR_OBJECT_NOT_FOUND。对象不是 GPU，是「这个 VA 对应的第三方 P2P 登记项」。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 Harry 的时间线当「我们为什么不再打内核」的外部证据。
他比我们更早把「改内核能力位」做了一遍：NV2080_CTRL_GPU_INFO_INDEX_DMABUF_CAPABILITY_YES 之类。CUDA 用户态照样报 0。
给听众的翻译：驱动里的「我支持」和 libcuda 里的「我宣布支持」是两套旗。应用只信 libcuda。
我们 4090 上如果继续打 NVIDIA 内核 GDR 补丁，会重复他第 4、第 5 步。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慢慢讲。基础程序员能懂「函数返回值被一个 if 挡住了」。
Harry 的手法是：找到挡住 116 的那个 bit，在 libcuda 拷贝里改一字节，用 LD_LIBRARY_PATH 加载这份拷贝。
他中间弃过一条不完整的 shim（cuGetProcAddress 没转发全）。最终方案是改文件，不是 LD_PRELOAD。
我们后面会说：这个 bit 我们也要「变成 1」，但我们不改 libcuda 文件，而是挟持 cuDeviceGetAttribute，直接把返回值改写成 1。效果类似，手段更干净。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这是「借鉴」和「照抄」的分界线。必须停一停。
Harry 成功了，成功的是 NCCL + dma-buf。
我们 4090 上要跑的是 GDRCopy 和 URMA write_lat_gpu --gpu-mode=peermem。这条线内核走 nvidia_p2p_get_pages，查的是 ThirdPartyP2P 登记本。
所以：Harry 证明了「别再打内核」；Harry 没有替我们写登记本。下一页说我们为什么不能只抄一字节。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可以问听众：如果只 hook cuDeviceGetAttribute 返回 1，会发生什么？
答案：GDRCopy 通过能力检查，然后 pin 失败，错误还是 -22。日志里不会有 REGISTER_VIDMEM。
这就是我们早期尝试的真实形态。所以必须继续往下做 ioctl 和 VMM。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用「我们自己也栽过」建立信任，不是炫技。
第 3 条要多停 10 秒：这是后面为什么必须把 cuMemAlloc 换成 VMM 的伏笔。普通分配走 UVM，RM 里没有一张能拿去 REGISTER_VIDMEM 的 class 0x40 档案。
第 4 条对应代码末尾的 dlsym()。第 5 条对应 isolate/run.sh。后面都会回到这两条。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三列一起指：思想来自 Harry，手续来自 remote-lab/mcornea，工程落地是我们的 gdr_geforce_hook.c。
对听众说：开源世界上这条路不是我们发明的协议，NV503C 是 NVIDIA 公开类。我们做的是把手续自动化，并解决 4090 + UMDK 上的几个坑（VMM、dlsym、801、隔离运行）。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用「骗 / 换 / 看 / 补」四个汉字当记忆钩。后面四段就是这四个字的展开。
强调：真 libcuda 还在，内核还在。我们不是重写 CUDA，是补它不肯做的手续。
箭头从左到右是一次分配+pin 的调用方向。返回时 get_pages 从最右边的 RM 里已经能查到登记项。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给没写过动态链接的人：把 LD_PRELOAD 想成「前台先排一个自己人」。客人喊「ioctl」，自己人先接，再决定转给真正的前台。
对比 Harry：他改的是 libcuda 文件里的一条 or 指令；我们连文件都不动。升级驱动时不用重算偏移。
RTLD_NEXT 一定要讲：否则听众会问「你 hook 了 ioctl，自己怎么发 ioctl？」答案在 call_ioctl()。
绑不住的情况也提一句：对方如果 syscall(SYS_ioctl) 或静态链接 CUDA，我们就套不住。575 + GDRCopy 走的是动态符号，所以有效。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这是「基础程序员」最容易漏的一页。很多人以为 LD_PRELOAD 万能。
现场演示口播：urma_perftest 的 cuda-loader 就是 dlopen + dlsym。所以我们连 libc 的 dlsym 也拦截。
内部查真符号一律走 real_dlsym / dlvsym，禁止走我们自己导出的 dlsym，否则一查自己就套娃。
handle == RTLD_NEXT 时不要替换，否则 lookup_next() 会拿到我们自己。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用「工单 / 信封」把 ioctl 从内核黑话里救出来。
magic 'F' + nr 是 _IOWR 宏编出来的。听众不必会算，知道「我们先看这是不是 NVIDIA 建对象的信封」即可。
0x2B / 0x2A / 0x28 对应代码里的 NV_ESC_RM_ALLOC、RM_CONTROL、RM_ALLOC_OBJECT。
强调「返回的 handle 写在同一张工单里」：所以我们是在真 ioctl 成功之后再读这张纸，不是拦截并改写请求。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对着代码念，不要跳。这是讲座的核心页。
三步：形状过滤 → 真调用 → 认人再拆包。
call_ioctl 内部是 real_ioctl = dlsym(RTLD_NEXT, "ioctl")。我们自己补登记本时也走它，注释里写了「不进这里」。
is_nvidia_rm_fd 放在成功之后，是为了：非 NVIDIA 的、碰巧也用 'F' 的 ioctl（framebuffer FBIO*）不要被我们 fstat、加锁。先做完、再确认窗口。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有人会问：LD_PRELOAD 之后每个进程的 ioctl 不都被换了吗？
答：符号层面是的，函数体不是。非 RM_ALLOC 形状的请求，判断 type/nr 之后立刻 call_ioctl，不加锁、不 fstat。
这就是为什么文档写「即使误进登录环境，cat / vim 也不会被我们拆包」。尽管如此，我们仍然要求只用 isolate/run.sh，不要全局 preload。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画家谱比念结构体有效。指着说：登记本 0x503c 的父亲必须是 subdevice；REGISTER_VIDMEM 要的是 class 0x40 的 hMemory，加上这块 vaspace 里的 VA。
0x40 的正式名是 NV01_MEMORY_LOCAL_USER。听众记住「能拿去登记的显存档案」即可。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对着家谱讲这一页。ioctl 成功返回后，工单里的 hObjectNew 就是新房间号，hClass 是类型。
capturing_memory 是后面 VMM 那一节的开关：只在 cuMemCreate 前后的窗口里抓 hMemory，免得把 CUDA 自己其它零碎分配当成「这一块要登记的显存」。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这是弯路第 3 条的展开。现场可以说：我们早期对着普通 cuMemAlloc 出来的 VA 发 REGISTER_VIDMEM，日志是 no hMemory。
UVM 是 CUDA 的统一虚拟内存。听众只需知道「这条路径不保证 RM 里有可登记对象」。
VMM = Virtual Memory Management API：cuMemCreate / cuMemMap / cuMemSetAccess。数据中心卡上 GDR 也更推荐这条。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四步对着 vmm_alloc_and_register() 讲，大约 801 行。
64K 对齐是 GDR_PAGE。REGISTER_VIDMEM 要求地址和长度 64K 对齐，所以 gran 至少 64K。
101 是 CUDA 的 invalid value / not supported 一类，日志会打：cuMemCreate RDMA-capable failed (101), retry without flag。听众在 node2 日志里能看到这句，不是失败结局。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用双手比划：左手是 VMM 替换，右手是 ioctl 记账，在 cuMemCreate 这一拍击掌。
如果听众问「能不能从 VA 反查 hMemory」——理论上有别的 RM 查询，我们选了最稳的：在创建的当口把工单抄下来。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这是「补」字的正文。Tesla 机器上用 strace/GDB 能看到 libcuda 自己发这三下；4090 的 libcuda 日志里永远没有。
parent 必须是 hSubdevice，不是 hDevice。写错父亲，0x503c 会建失败。
BAR1 flag 和我们已有的 P2P 工作对齐：第三方从 BAR1 看 GPU 内存。
0x56 不要当错误讲。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把对齐讲清楚：va &amp; ~(64K-1)，size 把错位的前缀也包进去。否则 RM 直接拒。
hMemory 来自运行时，不要让听众以为示例里的 0x5c00009d 可以写进代码。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闭环。回到第一张酒店表：保安终于在名单上看到这个门牌。
强调我们没有替换 gdr_pin_buffer，也没有替换 nvidia_p2p_get_pages。库存二进制，手续补齐就能用。
URMA write_lat_gpu --gpu-mode=peermem 依赖的就是这次 pin 成功。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两扇门都是「应用层的礼貌检查」，不是登记本本身。
116：GDRCopy check_gdr_support()。110：VMM 版本的同一句话。
801：CUDA_ERROR_NOT_SUPPORTED。我们只对自己拥有的 VMM VA 撒谎；别人的指针原样返回。
现场可以说：有一次 REGISTER_VIDMEM status=0 了，测试却死在 copylat 的 gpu_mem_alloc，就是这扇门。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这页当现场对照清单。建议讲座里真的打开一份旧日志念一遍。
101 那行要主动指：不是失败。
va 和 hMemory 每次不同，对数字本身脱敏讲。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对照表是给会后带走的。不要在这里开新战场。
特别指「作者/我们的话」那一行：两篇文章/两份工作并不矛盾，路径不同。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操作页。讲座里打开 isolate_umdk_gpu.sh 顶部注释念三句即可。
强调：cat / 打开脚本本身不会加载 so。只有 run.sh exec 出去的那个进程带钩子。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用红色卡片收束纪律。这五条也是 code review 清单。
现场可以点名：谁要是把 hook 写进 /etc/ld.so.preload，第二天登录图形界面都可能怪。sudo 丢掉 LD_PRELOAD 是我们自己复现过的「钩子突然没了」。
写死 handle / 文件偏移，驱动一升级就全废；写死协议 class/cmd 才能跟着 575 活下去。
Harry 的一字节请再指回对照表：不是否定他，是路径不同。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讲座最后 3 分钟用这张表做 Q&amp;A 索引。几乎所有现场问题都能指回前面某一页。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主动收住。有人举手问 UMMU 就说：那是下一场，今天的验收标准只有 gdr_pin_buffer 不再 -22，以及 peermem 路径能进到 pin 之后。
不要现场打开 udma 的 PFN 补丁，会把听众带走。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结束前把三句话再念一遍，停顿让人抄：
1) 闸门在用户态，别再改 4090 的 NVIDIA 内核；
2) Harry 打开的是 dma-buf，我们走的是登记本；
3) 挟持 ioctl 是补手续，不是重写 CUDA。
然后翻到代码位置页，告诉想读源码的人从文件头注释开始。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给想课后再读代码的人。行号是当前树的近似值，以函数名为准。
建议阅读顺序就是表上的顺序：先文件头，再 ioctl，再 VMM，再建本。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0" i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预留 8–10 分钟。高频问题：
Q: 这算不算攻击 / rootkit？A: 只对自愿 LD_PRELOAD 的测试进程生效，而且只拆 NVIDIA RM 的建对象工单。不要全局安装。
Q: 能不能 upstream 进 NVIDIA？A: GeForce 不开放这条是政策。我们是实验室手续补齐。
Q: 5090 能不能用我们的 so？A: 如果目标是 GDRCopy/peermem，可以试同一套手续；如果目标是 NCCL dma-buf，Harry 的一字节更对症。
Q: 改完 libcuda 一字节再加我们的 so？A: 没必要叠两套。我们的 attr hook 已经覆盖 116。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29260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内部技术讲座  ·  RTX 4090D  ·  NVIDIA 575.64.05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1155680" cy="13716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4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4090 打通 GPUDirect RDMA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400" b="0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从 Harry 的 5090 一字节，到我们挟持 ioctl 的 .so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5156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听众不需要会写内核。只要写过 C、调过库、见过「打开设备文件」，就能跟上。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3017520" cy="420624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不改 NVIDIA 内核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977639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C3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3977639"/>
            <a:ext cx="3017520" cy="420624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不改 libcuda 文件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977639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3977639"/>
            <a:ext cx="3017520" cy="420624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只给测试进程 LD_PRELOAD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515600" cy="8229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45–60 分钟  ·  源码 userspace/gdr-geforce-hook/gdr_geforce_hook.c
对照文章 https://harrychen.xyz/2026/05/20/enable-gpudirect-rdma-on-rtx-5090/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83680"/>
            <a:ext cx="10972800" cy="23774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讲者备注写在每页备注栏，用「备注视图 / 演讲者视图」讲。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00  开场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今天结束，你要能用自己的话讲清三件事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00  开场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43000"/>
            <a:ext cx="3657600" cy="4160520"/>
          </a:xfrm>
          <a:prstGeom prst="roundRect">
            <a:avLst>
              <a:gd name="adj" fmla="val 7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325880"/>
            <a:ext cx="32004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74519"/>
            <a:ext cx="3200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GDR 在省哪一次拷贝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971800"/>
            <a:ext cx="3200400" cy="2011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网卡直接 DMA 读 GPU 显存，不再经 CPU 内存中转。这是性能故事，也是后面所有报错的背景。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143000"/>
            <a:ext cx="3657600" cy="4160520"/>
          </a:xfrm>
          <a:prstGeom prst="roundRect">
            <a:avLst>
              <a:gd name="adj" fmla="val 7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25880"/>
            <a:ext cx="32004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874519"/>
            <a:ext cx="3200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为什么 4090「硬件能 DMA」仍然 pin 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971800"/>
            <a:ext cx="3200400" cy="2011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Tesla 的 libcuda 会自己建一本登记册。GeForce 的 libcuda 不建。内核查无此人，返回 0x57 / -22。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143000"/>
            <a:ext cx="3657600" cy="4160520"/>
          </a:xfrm>
          <a:prstGeom prst="roundRect">
            <a:avLst>
              <a:gd name="adj" fmla="val 7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1325880"/>
            <a:ext cx="32004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3ECFB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1874519"/>
            <a:ext cx="3200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我们的 .so 怎样挟持 ioctl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2971800"/>
            <a:ext cx="3200400" cy="2011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偷看 CUDA 发给 NVIDIA RM 的「建对象」工单，记下房间号，再自己补写登记本。之后库存 GDRCopy 就能 pin。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00  开场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跟听众的约定：今天不需要的知识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00  开场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212080" cy="50749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280160"/>
            <a:ext cx="475488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今天故意不讲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83080"/>
            <a:ext cx="4754880" cy="40233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不讲页表怎么走、IOMMU 怎么配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不讲 UMMU / SVA / MATT（那是 GDR 打通之后的故事）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不现场反汇编 libcuda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不 presubmit 一份「去改 NVIDIA 内核」的补丁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115568"/>
            <a:ext cx="5852160" cy="50749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1616" y="1280160"/>
            <a:ext cx="544068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只要记住这四个词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71616" y="1783080"/>
            <a:ext cx="14630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ioctl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783080"/>
            <a:ext cx="38862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用户态给驱动递的一张工单。打开 /dev/xxx 之后，用一个数字说「请做这件事」。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88920"/>
            <a:ext cx="14630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handle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788920"/>
            <a:ext cx="38862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驱动回给你的房间号。每次运行都不同，不要写死。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1616" y="3794760"/>
            <a:ext cx="14630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LD_PRELOAD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794760"/>
            <a:ext cx="38862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让动态链接器先加载我们的 .so，同名函数会被我们的实现「插队」。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1616" y="4800600"/>
            <a:ext cx="14630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登记本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800600"/>
            <a:ext cx="38862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NVIDIA RM 里一本叫 ThirdPartyP2P 的对象。网卡来 pin 时就查它。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先记住一张图：GDR 在省哪一次拷贝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4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61872"/>
            <a:ext cx="5120640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普通路径：CPU 中转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 w="15875">
            <a:solidFill>
              <a:srgbClr val="4C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502920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GPU 显存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036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 w="15875">
            <a:solidFill>
              <a:srgbClr val="F07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02920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CPU 内存（bounce）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 w="15875">
            <a:solidFill>
              <a:srgbClr val="3ECF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31920"/>
            <a:ext cx="502920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网卡 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09160"/>
            <a:ext cx="5029200" cy="11887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两次 PCIe 拷贝，吃 CPU 带宽。
程序看起来「先 cudaMemcpy 再 send」。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115568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261872"/>
            <a:ext cx="5120640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GDR 路径：网卡直读 GPU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196596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 w="15875">
            <a:solidFill>
              <a:srgbClr val="4C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965960"/>
            <a:ext cx="502920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GPU 显存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52044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 w="15875">
            <a:solidFill>
              <a:srgbClr val="3ECF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520440"/>
            <a:ext cx="502920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网卡 NIC 直接 DMA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743200"/>
            <a:ext cx="18288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↓  少一跳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34840"/>
            <a:ext cx="5029200" cy="1417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这就是 GPUDirect RDMA。
GDRCopy 的 gdr_pin_buffer()，就是在问内核：
「这块 GPU 地址，能不能给网卡当 DMA 源？」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贯穿全场的比喻：酒店前台的访客登记本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5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97280"/>
            <a:ext cx="11292840" cy="987552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097280"/>
            <a:ext cx="91440" cy="987552"/>
          </a:xfrm>
          <a:prstGeom prst="rect">
            <a:avLst/>
          </a:prstGeom>
          <a:solidFill>
            <a:srgbClr val="4C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207007"/>
            <a:ext cx="246888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GPU 显存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207007"/>
            <a:ext cx="237744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酒店房间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243584"/>
            <a:ext cx="585216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物理上一直在，4090 的 BAR1 也能被别人看到。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2157984"/>
            <a:ext cx="11292840" cy="987552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157984"/>
            <a:ext cx="91440" cy="987552"/>
          </a:xfrm>
          <a:prstGeom prst="rect">
            <a:avLst/>
          </a:prstGeom>
          <a:solidFill>
            <a:srgbClr val="3EC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67712"/>
            <a:ext cx="246888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CUDA 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267712"/>
            <a:ext cx="237744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3ECFB2"/>
                </a:solidFill>
                <a:latin typeface="微软雅黑"/>
                <a:ea typeface="微软雅黑"/>
                <a:cs typeface="微软雅黑"/>
              </a:rPr>
              <a:t>房卡上的门牌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304288"/>
            <a:ext cx="585216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应用程序手里的地址，例如 0x304200000。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" y="3218687"/>
            <a:ext cx="11292840" cy="987552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" y="3218687"/>
            <a:ext cx="91440" cy="987552"/>
          </a:xfrm>
          <a:prstGeom prst="rect">
            <a:avLst/>
          </a:prstGeom>
          <a:solidFill>
            <a:srgbClr val="C3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328415"/>
            <a:ext cx="246888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hMemory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328415"/>
            <a:ext cx="237744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C3A6FF"/>
                </a:solidFill>
                <a:latin typeface="微软雅黑"/>
                <a:ea typeface="微软雅黑"/>
                <a:cs typeface="微软雅黑"/>
              </a:rPr>
              <a:t>前台内部档案号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64991"/>
            <a:ext cx="585216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NVIDIA RM 给这段显存的对象句柄，每次运行都不同。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4279392"/>
            <a:ext cx="11292840" cy="987552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" y="4279392"/>
            <a:ext cx="91440" cy="987552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89120"/>
            <a:ext cx="246888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0x503c 登记本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389120"/>
            <a:ext cx="237744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「允许网卡来访」名单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425696"/>
            <a:ext cx="585216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ThirdPartyP2P。Tesla 的 libcuda 会自己建；GeForce 不会。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" y="5340096"/>
            <a:ext cx="11292840" cy="987552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" y="5340096"/>
            <a:ext cx="91440" cy="987552"/>
          </a:xfrm>
          <a:prstGeom prst="rect">
            <a:avLst/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449824"/>
            <a:ext cx="246888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nvidia_p2p_get_pages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449824"/>
            <a:ext cx="2377440" cy="768096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网卡保安来查名单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5486400"/>
            <a:ext cx="585216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名单上没有这个门牌 → 0x57 查无此人 → pin 返回 -22。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我们机器上，已经通了什么、还缺哪扇门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6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5321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115568"/>
            <a:ext cx="82296" cy="507492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已经有的（不要再动）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212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aikitoria 575.64.05-p2p：GPU↔GPU BAR1 P2P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BAR1 扩到 32 GB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驱动 575.64.05，CUDA 12.9，AArch64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卡是 RTX 4090 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这只证明：别人可以从 BAR1 碰到这块 GPU 内存。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它不自动等于「网卡可以按 CUDA VA 来 pin」。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15568"/>
            <a:ext cx="55321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15568"/>
            <a:ext cx="82296" cy="5074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还没有的（今天的题目）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536192"/>
            <a:ext cx="52212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GDRCopy：gdr_pin_buffer()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内核符号：nvidia_p2p_get_pages()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URMA：write_lat_gpu --gpu-mode=peermem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原则：不要为了 GDR 再去改 4090 的 NVIDIA 内核。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Harry 用 5090 证明了——最后一道闸在用户态。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失败长什么样：不是网卡坏了，是名单上没你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01  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7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11292840" cy="1965960"/>
          </a:xfrm>
          <a:prstGeom prst="roundRect">
            <a:avLst>
              <a:gd name="adj" fmla="val 8000"/>
            </a:avLst>
          </a:prstGeom>
          <a:solidFill>
            <a:srgbClr val="080C16"/>
          </a:solidFill>
          <a:ln w="15875">
            <a:solidFill>
              <a:srgbClr val="5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80160"/>
            <a:ext cx="10789920" cy="1645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07178"/>
                </a:solidFill>
                <a:latin typeface="Consolas"/>
                <a:ea typeface="微软雅黑"/>
                <a:cs typeface="Consolas"/>
              </a:rPr>
              <a:t>gdr_pin_buffer(...)  =  -22     /* EINVAL */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07178"/>
                </a:solidFill>
                <a:latin typeface="Consolas"/>
                <a:ea typeface="微软雅黑"/>
                <a:cs typeface="Consolas"/>
              </a:rPr>
              <a:t>NVIDIA RM status     =  0x57    /* NV_ERR_OBJECT_NOT_FOUND */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人话：保安来查登记本，这个 CUDA VA 根本不在本上。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3291840"/>
            <a:ext cx="3703320" cy="288036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3291840"/>
            <a:ext cx="82296" cy="288036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33924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会的（Tesla / 数据中心卡）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12464"/>
            <a:ext cx="3392424" cy="235000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libcuda 自己报 attr 116=1，并且自己 Alloc 0x503c，再 REGISTER_VA_SPACE / REGISTER_VIDMEM。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3291840"/>
            <a:ext cx="3703320" cy="288036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3291840"/>
            <a:ext cx="82296" cy="2880360"/>
          </a:xfrm>
          <a:prstGeom prst="rect">
            <a:avLst/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3401568"/>
            <a:ext cx="33924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不会的（GeForce / 4090）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3712464"/>
            <a:ext cx="3392424" cy="235000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libcuda 报 attr 116=0，也从不发那三步。内核里那本登记册是空的，甚至根本不存在。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3291840"/>
            <a:ext cx="3703320" cy="288036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2" y="3291840"/>
            <a:ext cx="82296" cy="288036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401568"/>
            <a:ext cx="33924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所以缺口是软件政策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712464"/>
            <a:ext cx="3392424" cy="235000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不是「4090 的 BAR 不能被 DMA」。BAR1 P2P 已经证明物理通道在。缺的是「允许第三方按 VA 查找」这份手续。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02  Harry 的 5090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他的起点：内核 P2P 有了，CUDA 仍然说「不支持」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02  Harry 的 5090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8  /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078992"/>
            <a:ext cx="112471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4CB3FF"/>
                </a:solidFill>
                <a:latin typeface="Consolas"/>
                <a:ea typeface="微软雅黑"/>
                <a:cs typeface="Consolas"/>
              </a:rPr>
              <a:t>文章：harrychen.xyz/2026/05/20/enable-gpudirect-rdma-on-rtx-5090/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" y="1508760"/>
            <a:ext cx="11292840" cy="868680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709928"/>
            <a:ext cx="475488" cy="475488"/>
          </a:xfrm>
          <a:prstGeom prst="roundRect">
            <a:avLst>
              <a:gd name="adj" fmla="val 15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475488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618488"/>
            <a:ext cx="402336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已有 patched 内核 P2P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1655063"/>
            <a:ext cx="6217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5090 上 GPU 互访已经能做，和我们 aikitoria BAR1 很像。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2441448"/>
            <a:ext cx="11292840" cy="868680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2642616"/>
            <a:ext cx="475488" cy="475488"/>
          </a:xfrm>
          <a:prstGeom prst="roundRect">
            <a:avLst>
              <a:gd name="adj" fmla="val 15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642616"/>
            <a:ext cx="475488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551176"/>
            <a:ext cx="402336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CUDA 能力位仍是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587752"/>
            <a:ext cx="6217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GDR / dma-buf 相关 attribute 返回 0。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374136"/>
            <a:ext cx="11292840" cy="868680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3575304"/>
            <a:ext cx="475488" cy="475488"/>
          </a:xfrm>
          <a:prstGeom prst="roundRect">
            <a:avLst>
              <a:gd name="adj" fmla="val 15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575304"/>
            <a:ext cx="475488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483864"/>
            <a:ext cx="402336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导出句柄直接 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520440"/>
            <a:ext cx="6217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cuMemGetHandleForAddressRange = CUDA_ERROR_NOT_SUPPORTED。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4306824"/>
            <a:ext cx="11292840" cy="868680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4507992"/>
            <a:ext cx="475488" cy="475488"/>
          </a:xfrm>
          <a:prstGeom prst="roundRect">
            <a:avLst>
              <a:gd name="adj" fmla="val 15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07992"/>
            <a:ext cx="475488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416552"/>
            <a:ext cx="402336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先去改内核能力位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453128"/>
            <a:ext cx="6217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强迫 dma_buf_supported、DMABUF_CAPABILITY_YES。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" y="5239512"/>
            <a:ext cx="11292840" cy="868680"/>
          </a:xfrm>
          <a:prstGeom prst="roundRect">
            <a:avLst>
              <a:gd name="adj" fmla="val 5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4360" y="5440680"/>
            <a:ext cx="475488" cy="475488"/>
          </a:xfrm>
          <a:prstGeom prst="roundRect">
            <a:avLst>
              <a:gd name="adj" fmla="val 15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475488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49240"/>
            <a:ext cx="4023360" cy="6583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CUDA 还是报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385816"/>
            <a:ext cx="6217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结论：内核点头，用户态库可以继续摇头。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02  Harry 的 5090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闸门在 libcuda：属性 116 看的是一个软件 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02  Harry 的 5090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9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532120" cy="306324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115568"/>
            <a:ext cx="82296" cy="3063240"/>
          </a:xfrm>
          <a:prstGeom prst="rect">
            <a:avLst/>
          </a:prstGeom>
          <a:solidFill>
            <a:srgbClr val="4C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他反汇编 cuDeviceGetAttribute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21224" cy="253288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属性 116（GPU_DIRECT_RDMA_SUPPORTED）在 libcuda 里并不是去问内核「你到底行不行」。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它看两样东西：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设备对象上某个字节的 0x20 位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一个全局的 gdr_enabled 开关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两位都过，用户态才对外说「我支持 GDR」。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15568"/>
            <a:ext cx="5532120" cy="306324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15568"/>
            <a:ext cx="82296" cy="306324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进程里把 bit 拨开，立刻变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536192"/>
            <a:ext cx="5221224" cy="253288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他没有重编驱动。只在正在跑的进程里把那个 0x20 拨开。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cuDeviceGetAttribute(116) 马上变成 1，dma-buf 导出也开始工作。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这是全篇文章最关键的实验：证明闸门在用户态策略，不在 5090 硬件。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343400"/>
            <a:ext cx="11292840" cy="1874519"/>
          </a:xfrm>
          <a:prstGeom prst="roundRect">
            <a:avLst>
              <a:gd name="adj" fmla="val 8000"/>
            </a:avLst>
          </a:prstGeom>
          <a:solidFill>
            <a:srgbClr val="080C16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10972800" cy="16002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libcuda.so 设备初始化里原来是：     or  $0x40, %edx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3ECF8E"/>
                </a:solidFill>
                <a:latin typeface="Consolas"/>
                <a:ea typeface="微软雅黑"/>
                <a:cs typeface="Consolas"/>
              </a:rPr>
              <a:t>他改成：                           or  $0x60, %edx    # 0x40 | 0x20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文件偏移（590.48.01）:  0x42d69b   一个字节  0x40 -&gt; 0x60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02  Harry 的 5090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他打开的是 dma-buf 大门，作者写明：不是旧 peermem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02  Harry 的 5090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10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11292840" cy="14173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3EC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80160"/>
            <a:ext cx="10789920" cy="11430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NCCL allreduce busbw 大约 8.87 → 19.93 GB/s，日志出现 NET/IB/.../GDRDMA。
对 5090 + NCCL 这条线，一字节足够，而且效果是真的。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2743200"/>
            <a:ext cx="5532120" cy="342900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743200"/>
            <a:ext cx="82296" cy="342900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52928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Harry 打开的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163824"/>
            <a:ext cx="5221224" cy="289864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CUDA 对外宣布支持 GDR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dma-buf 导出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新一代 NCCL / IB 走 GDRDMA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应用不再需要 nvidia-peermem.ko 那条老路径。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43200"/>
            <a:ext cx="5532120" cy="342900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743200"/>
            <a:ext cx="82296" cy="3429000"/>
          </a:xfrm>
          <a:prstGeom prst="rect">
            <a:avLst/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2852928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Harry 自己说没打开的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163824"/>
            <a:ext cx="5221224" cy="289864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旧的 nvidia-peermem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nvidia_p2p_get_pages 那套查找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经典 GDRCopy pin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文章里写得很清楚：不要以为改完这一字节，老 peermem 就活了。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03  借鉴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为什么我们不能只抄「改一字节」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03  借鉴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11  /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097280"/>
            <a:ext cx="11247120" cy="2011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7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GDRCopy 的 check_gdr_support() 会读属性 116。只改 bit / 只撒谎返回 1，它肯开始 pin。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7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pin 的下一步是 nvidia_p2p_get_pages(va)。这一步不看属性 116，看 RM 里有没有登记项。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7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GeForce 的 libcuda 从来不发 Alloc 0x503c，也从来不发 REGISTER_VIDMEM。登记本是空的。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7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空本 + 正确的 116 = 仍然 0x57。我们在 4090 上就踩过这个坑。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" y="3246120"/>
            <a:ext cx="11292840" cy="29260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107899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一句话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10789920" cy="19659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改 bit 是打开「我宣布支持」这扇门；
写登记本是打开「保安查得到你」那扇门。
Harry 的 5090 只要第一扇（dma-buf）。我们的 4090 两扇都要，而且第二扇才是 GDRCopy 的生死线。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03  借鉴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我们走过的弯路（按时间）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03  借鉴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12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335024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35024"/>
            <a:ext cx="45720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1207007"/>
            <a:ext cx="301752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继续打 NVIDIA 内核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1207007"/>
            <a:ext cx="33832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以为缺的是 dma-buf / P2P 能力位。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207007"/>
            <a:ext cx="3840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Harry 已经证明内核不是最后闸门。我们决定停。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2121408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377439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77439"/>
            <a:ext cx="45720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2249424"/>
            <a:ext cx="301752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只骗属性 116 / 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249424"/>
            <a:ext cx="33832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GDRCopy 肯进 pin。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9424"/>
            <a:ext cx="3840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get_pages 仍 0x57。只打开了「宣布支持」。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3163824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41985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19856"/>
            <a:ext cx="45720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3291840"/>
            <a:ext cx="301752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普通 cuMemAlloc 后去登记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3291840"/>
            <a:ext cx="33832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VA 有了，以为能写本。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3291840"/>
            <a:ext cx="3840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RM 里常常没有可登记的 class 0x40 hMemory。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" y="4206240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46227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462272"/>
            <a:ext cx="45720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4334255"/>
            <a:ext cx="301752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只 hook ioctl，不 hook dlsym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4334255"/>
            <a:ext cx="33832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命令行小工具好像好了。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334255"/>
            <a:ext cx="3840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urma_perftest 用 dlopen+dlsym，绕过 PLT，钩子没套上。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" y="5248655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66928" y="5504688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504688"/>
            <a:ext cx="45720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" y="5376671"/>
            <a:ext cx="301752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全局 LD_PRELOAD / sudo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0" y="5376671"/>
            <a:ext cx="33832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图省事。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79" y="5376671"/>
            <a:ext cx="3840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sudo 丢掉环境变量；不相关进程也会加载 .so。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03  借鉴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借鉴什么、不借鉴什么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03  借鉴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13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37033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115568"/>
            <a:ext cx="82296" cy="5074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25295"/>
            <a:ext cx="33924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从 Harry 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33924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最后闸门在 userspace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不要再为 GDR 改内核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属性 116 是软件旗，可以拨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不借：一字节 patch libcuda 文件。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不借：只做 dma-buf / NCCL 这条线当全部答案。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115568"/>
            <a:ext cx="37033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115568"/>
            <a:ext cx="82296" cy="5074920"/>
          </a:xfrm>
          <a:prstGeom prst="rect">
            <a:avLst/>
          </a:prstGeom>
          <a:solidFill>
            <a:srgbClr val="4C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225295"/>
            <a:ext cx="33924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从公开 writeup 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1536192"/>
            <a:ext cx="33924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remote-lab.net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「Enabling GPUDirect RDMA on GeForce」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github.com/mcornea/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geforce-gpudirect-rdma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借的是：ioctl 抓 RM handle，自己建 NV503C，再 REGISTER_VIDMEM。这是登记本路线。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115568"/>
            <a:ext cx="361188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115568"/>
            <a:ext cx="82296" cy="507492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225295"/>
            <a:ext cx="330098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我们补上的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536192"/>
            <a:ext cx="330098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cuMemAlloc → VMM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挟持 ioctl 只拆 RM_ALLOC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挟持 dlsym（UMDK）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吞掉 SYNC_MEMOPS 801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isolate + run.sh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不改 libcuda 文件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不全局 preload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04  原理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整条链路鸟瞰：.so 插在哪里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04  原理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14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F07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353312"/>
            <a:ext cx="2011680" cy="12801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应用
GDRCopy / URMA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68879" y="1783080"/>
            <a:ext cx="292608" cy="256032"/>
          </a:xfrm>
          <a:prstGeom prst="rightArrow">
            <a:avLst/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79" y="12801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353312"/>
            <a:ext cx="2011680" cy="12801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我们的 .so
插队的前台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00600" y="1783080"/>
            <a:ext cx="292608" cy="256032"/>
          </a:xfrm>
          <a:prstGeom prst="rightArrow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0" y="12801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4C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1353312"/>
            <a:ext cx="2011680" cy="12801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真 libcuda
仍做大部分事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32320" y="1783080"/>
            <a:ext cx="292608" cy="256032"/>
          </a:xfrm>
          <a:prstGeom prst="rightArrow">
            <a:avLst/>
          </a:prstGeom>
          <a:solidFill>
            <a:srgbClr val="4C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0919" y="12801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C3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1353312"/>
            <a:ext cx="2011680" cy="12801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ioctl
递工单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64039" y="1783080"/>
            <a:ext cx="292608" cy="256032"/>
          </a:xfrm>
          <a:prstGeom prst="rightArrow">
            <a:avLst/>
          </a:prstGeom>
          <a:solidFill>
            <a:srgbClr val="C3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92640" y="12801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3ECF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1353312"/>
            <a:ext cx="2011680" cy="12801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NVIDIA RM
内核前台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" y="2926080"/>
            <a:ext cx="11292840" cy="32461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090672"/>
            <a:ext cx="107899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我们的 .so 在这一跳里做四件事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66160"/>
            <a:ext cx="64008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566160"/>
            <a:ext cx="457200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cuDeviceGetAttribute(116/110) 强制返回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566160"/>
            <a:ext cx="64008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566160"/>
            <a:ext cx="457200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cuMemAlloc 改成 VMM，逼 RM 留下 class 0x40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709160"/>
            <a:ext cx="64008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709160"/>
            <a:ext cx="457200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ioctl 成功后再拆 RM_ALLOC，记下房间号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709160"/>
            <a:ext cx="64008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709160"/>
            <a:ext cx="4572000" cy="82296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自己 Alloc 0x503c，REGISTER_VA_SPACE + VIDMEM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04  原理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LD_PRELOAD：在门口插队，不是改文件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04  原理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15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97280"/>
            <a:ext cx="5669280" cy="214884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188720"/>
            <a:ext cx="539496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shell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63040"/>
            <a:ext cx="5376672" cy="1691639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export LD_PRELOAD=$PWD/libgdr_geforce_hook.so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./gdrcopy_copylat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Consolas"/>
                <a:ea typeface="微软雅黑"/>
                <a:cs typeface="Consolas"/>
              </a:rPr>
              <a:t># 动态链接器 ld.so 的加载顺序：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Consolas"/>
                <a:ea typeface="微软雅黑"/>
                <a:cs typeface="Consolas"/>
              </a:rPr>
              <a:t>#   1. 我们的 .so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Consolas"/>
                <a:ea typeface="微软雅黑"/>
                <a:cs typeface="Consolas"/>
              </a:rPr>
              <a:t>#   2. 可执行文件依赖的 libc / libcuda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9728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5029200" cy="1874519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解析未定义符号时，从先加载的库开始搜。
我们导出了和 libc / libcuda 同名的函数：
ioctl、cuMemAlloc_v2、cuDeviceGetAttribute…
于是 call ioctl / bl cuMemAlloc 先命中我们。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3429000"/>
            <a:ext cx="11292840" cy="73152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29000"/>
            <a:ext cx="237744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429000"/>
            <a:ext cx="8412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符号拦截。进程里的函数指针指向我们。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206240"/>
            <a:ext cx="11292840" cy="73152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237744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206240"/>
            <a:ext cx="8412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改 libcuda.so 某个文件偏移（Harry 的一字节）。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4983479"/>
            <a:ext cx="11292840" cy="73152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83479"/>
            <a:ext cx="237744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983479"/>
            <a:ext cx="8412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patch 内核、加系统调用。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" y="5760719"/>
            <a:ext cx="11292840" cy="73152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760719"/>
            <a:ext cx="237744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自己还要调真货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760719"/>
            <a:ext cx="8412480" cy="7315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dlsym(RTLD_NEXT, "ioctl")，从我们后面继续搜。千万不要再调自己，否则递归死循环。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04  原理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只插 PLT 不够：urma_perftest 用 dlsym 绕过门口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04  原理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16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532120" cy="315468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115568"/>
            <a:ext cx="82296" cy="3154680"/>
          </a:xfrm>
          <a:prstGeom prst="rect">
            <a:avLst/>
          </a:prstGeom>
          <a:solidFill>
            <a:srgbClr val="4C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普通程序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21224" cy="262432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编译时记下 cuMemAlloc_v2 这个名字。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运行时走 PLT / GOT，动态链接器帮你找到符号。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LD_PRELOAD 对这条路天生有效。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15568"/>
            <a:ext cx="5532120" cy="315468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15568"/>
            <a:ext cx="82296" cy="3154680"/>
          </a:xfrm>
          <a:prstGeom prst="rect">
            <a:avLst/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UMDK 的 loader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536192"/>
            <a:ext cx="5221224" cy="262432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自己 dlopen("libcuda.so.1")，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再 dlsym(handle, "cuMemAlloc_v2")。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拿到的是 libcuda 里的真函数指针，不经过 PLT。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只 hook 函数本身，套不住它。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434840"/>
            <a:ext cx="11292840" cy="182880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4526279"/>
            <a:ext cx="11018519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gdr_geforce_hook.c  ·  dlsym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800599"/>
            <a:ext cx="11000232" cy="13716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void *dlsym(void *handle, const char *name) {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if (handle != RTLD_NEXT &amp;&amp; is_our_name(name))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return (void *)our_function;   // 把钩子还回去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return real_dlsym(handle, name);   // RTLD_NEXT 原样，才能拿到真货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ioctl 是什么：给驱动递一张写好的工单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17  /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078992"/>
            <a:ext cx="1124712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你已经会的：open("/dev/xxx") 得到 fd。ioctl 就是拿着这个 fd，再附一张结构体，请内核做一件设备特有的事。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" y="1828800"/>
            <a:ext cx="11292840" cy="23317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38528"/>
            <a:ext cx="10972800" cy="3200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一张 NVIDIA 工单长这样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20574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magic = 'F'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2057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这是 NVIDIA 的信封口令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39" y="2331720"/>
            <a:ext cx="20574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nr = 0x2B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2926080"/>
            <a:ext cx="2057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RM_ALLOC：请新建一个对象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331720"/>
            <a:ext cx="20574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nr = 0x2A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926080"/>
            <a:ext cx="2057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RM_CONTROL：请对已有对象发命令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2331720"/>
            <a:ext cx="20574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结构体里的 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59" y="2926080"/>
            <a:ext cx="2057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要建哪一类房间（设备 / 显存 / 登记本）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19" y="2331720"/>
            <a:ext cx="20574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返回的 handle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2926080"/>
            <a:ext cx="2057400" cy="1005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房间号，写回同一张工单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" y="4343400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4343400"/>
            <a:ext cx="82296" cy="1874519"/>
          </a:xfrm>
          <a:prstGeom prst="rect">
            <a:avLst/>
          </a:prstGeom>
          <a:solidFill>
            <a:srgbClr val="4C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53128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听众只需要记住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64024"/>
            <a:ext cx="5221224" cy="1344167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CUDA 并没有魔法。它跟内核说话，靠的就是反复 ioctl。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我们挟持的是 libc 的 ioctl()，所以能看见这些工单。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343400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343400"/>
            <a:ext cx="82296" cy="1874519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4453128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我们不挟持的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764024"/>
            <a:ext cx="5221224" cy="1344167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socket、tty、eventfd、framebuffer 的 ioctl。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形状不像 RM_ALLOC 的，看一眼类型就原样转发。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纪律：先让真 ioctl 做完，成功了再偷看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18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11292840" cy="324612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170432"/>
            <a:ext cx="11018519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gdr_geforce_hook.c  ·  ioctl()   约 540 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44752"/>
            <a:ext cx="11000232" cy="2788919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int ioctl(int fd, unsigned long request, ...) {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void *arg = va_arg(...);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if (!is_rm_alloc_ioctl(request))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return call_ioctl(fd, request, arg);   // 不是建对象工单：立刻转发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int ret = call_ioctl(fd, request, arg);    // 先做真事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if (ret != 0 || !is_nvidia_rm_fd(fd))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return ret;                            // 失败或不是 NVIDIA 窗口：不拆包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after_rm_alloc(fd, request, arg);          // 成功后再记账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return ret;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" y="4526280"/>
            <a:ext cx="3703320" cy="16002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4663440"/>
            <a:ext cx="338328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不改工单内容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5074920"/>
            <a:ext cx="3383280" cy="868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CUDA 以为自己在跟内核说话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4526280"/>
            <a:ext cx="3703320" cy="16002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4663440"/>
            <a:ext cx="338328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不挡路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5074920"/>
            <a:ext cx="3383280" cy="868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我们是事后抄房间号的人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4526280"/>
            <a:ext cx="3703320" cy="16002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663440"/>
            <a:ext cx="338328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自己发工单走 call_ioctl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5074920"/>
            <a:ext cx="3383280" cy="868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不会再次进这个函数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认人：只拆 NVIDIA 窗口上的信封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19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5321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115568"/>
            <a:ext cx="82296" cy="5074920"/>
          </a:xfrm>
          <a:prstGeom prst="rect">
            <a:avLst/>
          </a:prstGeom>
          <a:solidFill>
            <a:srgbClr val="3EC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3ECFB2"/>
                </a:solidFill>
                <a:latin typeface="微软雅黑"/>
                <a:ea typeface="微软雅黑"/>
                <a:cs typeface="微软雅黑"/>
              </a:rPr>
              <a:t>怎样认出 NVIDIA 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212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1. 字符设备，major = 195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2. 或者路径是 /dev/nvidiactl、/dev/nvidia0..N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3. /proc/self/fd/N 的软链对得上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认不出就不拆包。socket、终端、eventfd、空设备，全部当透明管道。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15568"/>
            <a:ext cx="5532120" cy="507492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1207008"/>
            <a:ext cx="52578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过滤条件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481328"/>
            <a:ext cx="5239512" cy="46177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static int is_rm_alloc_ioctl(request) {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type == 'F'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nr == 0x2B &amp;&amp; size 对得上  // ALLOC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|| nr == 0x28            // ALLOC_OBJECT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is_nvidia_rm_fd(fd):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fstat -&gt; S_ISCHR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major(st.st_rdev) == 195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或 readlink(/proc/self/fd/N)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是 /dev/nvidiactl|nvidiaN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RM 对象是家谱：我们要抄的是这几代房间号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20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14300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252728"/>
            <a:ext cx="256032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hClient  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645920"/>
            <a:ext cx="25603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一次 CUDA 上下文的客户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60604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4C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715768"/>
            <a:ext cx="256032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hDevice  0x80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108960"/>
            <a:ext cx="25603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一块 GPU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260604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3ECF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2715768"/>
            <a:ext cx="256032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hSubdevice  0x2080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108960"/>
            <a:ext cx="25603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0x503c 必须挂在它下面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C3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4270248"/>
            <a:ext cx="256032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hVASpace  0x90f1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663440"/>
            <a:ext cx="25603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这块 GPU 的虚拟地址空间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3EC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4270248"/>
            <a:ext cx="256032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hMemory  0x40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4663440"/>
            <a:ext cx="25603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这一段可登记的显存档案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194560"/>
            <a:ext cx="54864" cy="411480"/>
          </a:xfrm>
          <a:prstGeom prst="rect">
            <a:avLst/>
          </a:prstGeom>
          <a:solidFill>
            <a:srgbClr val="2A3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2194560"/>
            <a:ext cx="5760720" cy="54864"/>
          </a:xfrm>
          <a:prstGeom prst="rect">
            <a:avLst/>
          </a:prstGeom>
          <a:solidFill>
            <a:srgbClr val="2A3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0" y="3657600"/>
            <a:ext cx="54864" cy="502920"/>
          </a:xfrm>
          <a:prstGeom prst="rect">
            <a:avLst/>
          </a:prstGeom>
          <a:solidFill>
            <a:srgbClr val="2A3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3657600"/>
            <a:ext cx="54864" cy="502920"/>
          </a:xfrm>
          <a:prstGeom prst="rect">
            <a:avLst/>
          </a:prstGeom>
          <a:solidFill>
            <a:srgbClr val="2A3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5394960"/>
            <a:ext cx="11247120" cy="10515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class 是房间类型，写死在协议里。handle 是房间号，每次入住都不同。
所以 .so 里没有写死你 GDB 里看到的 0x5c00009d，只写死 0x80 / 0x2080 / 0x90f1 / 0x40 / 0x503c。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track_alloc：只记账，不改 CUDA 正在做的事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05  挟持 ioctl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21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11292840" cy="338328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170432"/>
            <a:ext cx="11018519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track_alloc()  ·  约 333 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44752"/>
            <a:ext cx="11000232" cy="2926079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if (hClass == 0x80)   记下 hClient / hDevice     // DEVICE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if (hClass == 0x2080) 记下 hSubdevice            // 挂在目标 GPU 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if (hClass == 0x90f1) 记下 hVASpace, handles_ready = 1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if (capturing_memory &amp;&amp; 是显存 class)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captured_hMemory = hNew;   // 开窗口期间出现的那张档案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663440"/>
            <a:ext cx="11155680" cy="16916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status 必须是 0，handle 必须非 0，否则当这次没建成。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换了一块 GPU / 换了一个 client，就把旧房间号清掉，避免张冠李戴。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环境变量 GPUDIRECT_GPU 选第几块卡，默认 0。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06  换分配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为什么普通 cuMemAlloc 写不进登记本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06  换分配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22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5321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115568"/>
            <a:ext cx="82296" cy="5074920"/>
          </a:xfrm>
          <a:prstGeom prst="rect">
            <a:avLst/>
          </a:prstGeom>
          <a:solidFill>
            <a:srgbClr val="F07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cuMemAlloc 常见路径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212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走 UVM。用户态拿到一个 VA。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RM 里常常没有一张能拿去 REGISTER_VIDMEM 的 class 0x40 档案。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就像：你有房卡门牌，前台档案柜里却没有对应的纸质档案。保安查的是档案柜。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15568"/>
            <a:ext cx="55321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15568"/>
            <a:ext cx="82296" cy="507492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VMM 路径（我们换成这个）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536192"/>
            <a:ext cx="52212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cuMemCreate 会让 RM 真的 Alloc 一个 class 0x40 对象。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ioctl 钩子在这个窗口里能抓到 hMemory。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再 cuMemMap 到一段自己 reserve 的 VA。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门牌和档案对得上，才能写进登记本。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06  换分配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cuMemAlloc 被换成这四步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06  换分配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23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43000"/>
            <a:ext cx="2788920" cy="3246120"/>
          </a:xfrm>
          <a:prstGeom prst="roundRect">
            <a:avLst>
              <a:gd name="adj" fmla="val 7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1325880"/>
            <a:ext cx="502920" cy="502920"/>
          </a:xfrm>
          <a:prstGeom prst="roundRect">
            <a:avLst>
              <a:gd name="adj" fmla="val 14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25880"/>
            <a:ext cx="502920" cy="5029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2011680"/>
            <a:ext cx="2468880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Reserve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2606040"/>
            <a:ext cx="2468880" cy="1554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cuMemAddressReserve 先占一段 64K 对齐的 GPU VA。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36392" y="2468880"/>
            <a:ext cx="292608" cy="256032"/>
          </a:xfrm>
          <a:prstGeom prst="rightArrow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64992" y="1143000"/>
            <a:ext cx="2788920" cy="3246120"/>
          </a:xfrm>
          <a:prstGeom prst="roundRect">
            <a:avLst>
              <a:gd name="adj" fmla="val 7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47872" y="1325880"/>
            <a:ext cx="502920" cy="502920"/>
          </a:xfrm>
          <a:prstGeom prst="roundRect">
            <a:avLst>
              <a:gd name="adj" fmla="val 14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1325880"/>
            <a:ext cx="502920" cy="5029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2011680"/>
            <a:ext cx="2468880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Create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2606040"/>
            <a:ext cx="2468880" cy="1554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cuMemCreate 向 RM 要物理 FB。这里打开抓 hMemory 窗口。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62472" y="2468880"/>
            <a:ext cx="292608" cy="256032"/>
          </a:xfrm>
          <a:prstGeom prst="rightArrow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143000"/>
            <a:ext cx="2788920" cy="3246120"/>
          </a:xfrm>
          <a:prstGeom prst="roundRect">
            <a:avLst>
              <a:gd name="adj" fmla="val 7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73952" y="1325880"/>
            <a:ext cx="502920" cy="502920"/>
          </a:xfrm>
          <a:prstGeom prst="roundRect">
            <a:avLst>
              <a:gd name="adj" fmla="val 14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325880"/>
            <a:ext cx="502920" cy="5029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011680"/>
            <a:ext cx="2468880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Map +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606040"/>
            <a:ext cx="2468880" cy="1554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cuMemMap 把门牌贴到档案上，再 SetAccess 允许读写。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88552" y="2468880"/>
            <a:ext cx="292608" cy="256032"/>
          </a:xfrm>
          <a:prstGeom prst="rightArrow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7152" y="1143000"/>
            <a:ext cx="2788920" cy="3246120"/>
          </a:xfrm>
          <a:prstGeom prst="roundRect">
            <a:avLst>
              <a:gd name="adj" fmla="val 7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00032" y="1325880"/>
            <a:ext cx="502920" cy="502920"/>
          </a:xfrm>
          <a:prstGeom prst="roundRect">
            <a:avLst>
              <a:gd name="adj" fmla="val 14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00032" y="1325880"/>
            <a:ext cx="502920" cy="5029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744" y="2011680"/>
            <a:ext cx="2468880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744" y="2606040"/>
            <a:ext cx="2468880" cy="1554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拿 (hMemory, VA, size) 写进 0x503c 登记本。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4572000"/>
            <a:ext cx="11247120" cy="16916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GeForce 上 cuMemCreate 带 gpuDirectRDMACapable=1 常常返回 101。
我们丢掉这面旗再试一次——物理页仍然能建出来，登记照样能做。
这面旗是「我宣布这段内存适合 GDR」，不是「没有这面旗就不能登记」。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06  换分配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打开「抓 hMemory」窗口：ioctl 和 VMM 在这里会合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06  换分配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24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11292840" cy="352044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170432"/>
            <a:ext cx="11018519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vmm_alloc_and_register()  里的会合点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44752"/>
            <a:ext cx="11000232" cy="3063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capturing_memory = 1;          // 打开窗口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captured_hmemory = 0;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cuMemCreate(...);              // 真 libcuda -&gt; 内核 RM_ALLOC class 0x40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                       // 我们的 ioctl() 偷看成功工单，记下 hNew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hMemory = captured_hmemory;    // 关上窗口，拿走房间号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cuMemMap + cuMemSetAccess;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register_vidmem_locked(va, size, hMemory);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54880"/>
            <a:ext cx="11155680" cy="1554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没有这个窗口，ioctl 钩子分不清「这一段要给网卡用的显存」和 CUDA 自己的其它小对象。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cuMemCreate / cuMemMap 也被导出，GDRCopy 如果自己走 VMM，同样会登记。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07  补登记本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自己建一本 0x503c：Tesla 的 libcuda 会做、GeForce 不做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07  补登记本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25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6766560" cy="324612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170432"/>
            <a:ext cx="649224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ensure_tpp_locked + register_vidmem_locked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44752"/>
            <a:ext cx="6473952" cy="2788919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rm_alloc(hClient, hSubdevice,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 0x503c,   /* NV50_THIRD_PARTY_P2P */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 flags = BAR1);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rm_ctrl(hTPP, 0x503c0102,   /* REGISTER_VA_SPACE */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{ hVASpace });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rm_ctrl(hTPP, 0x503c0104,   /* REGISTER_VIDMEM */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      { hMemory, va, size 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078992"/>
            <a:ext cx="4297680" cy="32461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078992"/>
            <a:ext cx="82296" cy="32461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7808" y="1188719"/>
            <a:ext cx="398678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对应酒店比喻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1499616"/>
            <a:ext cx="3986784" cy="27157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0x503c = 新做一本访客名单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0102 = 声明这本名单管哪个楼层（VA space）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0104 = 把这间房写进名单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每个 CUDA client 只建一本。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4526280"/>
            <a:ext cx="11247120" cy="16916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rm_alloc / rm_ctrl 都走 call_ioctl，不再进我们导出的 ioctl()。
flags = BAR1：跟 aikitoria 打开的那条物理通道一致。
重复登记返回 0x56（INSERT_DUPLICATE_NAME）当成成功——幂等，不怕跑两次。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07  补登记本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REGISTER_VIDMEM 工单上到底写了什么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07  补登记本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26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623560" cy="507492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280160"/>
            <a:ext cx="521208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83080"/>
            <a:ext cx="19202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hMemory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783080"/>
            <a:ext cx="32004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刚才窗口里抓到的 class 0x40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51760"/>
            <a:ext cx="19202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address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651760"/>
            <a:ext cx="32004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CUDA VA，向下对齐到 64K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520439"/>
            <a:ext cx="19202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520439"/>
            <a:ext cx="32004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长度向上补齐到 64K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389120"/>
            <a:ext cx="192024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offset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389120"/>
            <a:ext cx="320040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我们填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115568"/>
            <a:ext cx="5440680" cy="5074920"/>
          </a:xfrm>
          <a:prstGeom prst="roundRect">
            <a:avLst>
              <a:gd name="adj" fmla="val 8000"/>
            </a:avLst>
          </a:prstGeom>
          <a:solidFill>
            <a:srgbClr val="080C16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280160"/>
            <a:ext cx="50749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成功日志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783080"/>
            <a:ext cx="5074920" cy="41148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REGISTER_VIDMEM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hMemory=0x5c00009d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va=0x304200000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size=0x10000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3ECF8E"/>
                </a:solidFill>
                <a:latin typeface="Consolas"/>
                <a:ea typeface="微软雅黑"/>
                <a:cs typeface="Consolas"/>
              </a:rPr>
              <a:t>  status=0x0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status=0 才算写进本子。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非 0 且不是 0x56，pin 仍会 -22。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07  补登记本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为什么这时 gdr_pin_buffer 不再返回 -22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07  补登记本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27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43000"/>
            <a:ext cx="11292840" cy="86868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1344168"/>
            <a:ext cx="1554480" cy="47548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44168"/>
            <a:ext cx="1554480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143000"/>
            <a:ext cx="9144000" cy="8686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GDRCopy 对刚才那个 VA 调用 gdr_pin_buffer()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2103120"/>
            <a:ext cx="11292840" cy="86868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304288"/>
            <a:ext cx="1554480" cy="47548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304288"/>
            <a:ext cx="1554480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内核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03120"/>
            <a:ext cx="9144000" cy="8686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走到 nvidia_p2p_get_pages(va, len)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3063239"/>
            <a:ext cx="11292840" cy="86868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3264408"/>
            <a:ext cx="1554480" cy="47548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264408"/>
            <a:ext cx="1554480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063239"/>
            <a:ext cx="9144000" cy="8686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按 VA 去 0x503c 登记本里查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4023359"/>
            <a:ext cx="11292840" cy="86868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4224527"/>
            <a:ext cx="1554480" cy="47548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224527"/>
            <a:ext cx="1554480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命中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023359"/>
            <a:ext cx="9144000" cy="8686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返回 GPU 物理页 / BAR1 映射信息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4983479"/>
            <a:ext cx="11292840" cy="86868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5184647"/>
            <a:ext cx="1554480" cy="475488"/>
          </a:xfrm>
          <a:prstGeom prst="roundRect">
            <a:avLst>
              <a:gd name="adj" fmla="val 12000"/>
            </a:avLst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184647"/>
            <a:ext cx="1554480" cy="47548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4983479"/>
            <a:ext cx="9144000" cy="8686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GDRCopy 才能做 BAR 映射，URMA peermem 才能发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08  另外两扇门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属性 116 撒谎，和 SYNC_MEMOPS 的 801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08  另外两扇门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28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55321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115568"/>
            <a:ext cx="82296" cy="5074920"/>
          </a:xfrm>
          <a:prstGeom prst="rect">
            <a:avLst/>
          </a:prstGeom>
          <a:solidFill>
            <a:srgbClr val="4C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门 A：属性 116 / 110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212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Harry 在 libcuda 里把 0x20 拨开。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我们挟持 cuDeviceGetAttribute：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先调真函数，若问的是 116 或 110，把 *pi 改成 1。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效果类似，不改文件、不依赖偏移。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驱动升级后不用重算 0x42d69b。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只做这一扇，pin 仍会 0x57。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15568"/>
            <a:ext cx="5532120" cy="50749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15568"/>
            <a:ext cx="82296" cy="5074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225295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门 B：SYNC_MEMOPS = 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536192"/>
            <a:ext cx="5221224" cy="45445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GDRCopy 在 pin 前会 cuPointerSetAttribute(SYNC_MEMOPS)。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4090 上我们对 VMM 指针做这件事，GeForce 返回 801。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GDRCopy 会当成致命错误，即使登记已经成功。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钩子：若这个 VA 是我们自己换出来的，把 801 当成 SUCCESS 还回去。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日志：owned VMM, return SUCCESS。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09  现场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node2 上成功时，stderr 必须长这样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09  现场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29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11292840" cy="416052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170432"/>
            <a:ext cx="11018519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按出现顺序读，就是今天讲的整条链路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44752"/>
            <a:ext cx="11000232" cy="3703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[gdr-geforce] ready GPU 0 client=... device=... subdev=... va=...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[gdr-geforce] cuMemCreate RDMA-capable failed (101), retry without flag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[gdr-geforce] captured hMemory=0x5c00009d class=0x40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[gdr-geforce] allocated NV50_THIRD_PARTY_P2P hTPP=...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[gdr-geforce] REGISTER_VA_SPACE ... status=0x0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[gdr-geforce] REGISTER_VIDMEM  ... status=0x0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[gdr-geforce] cuMemAlloc -&gt; VMM va=0x304200000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Consolas"/>
                <a:ea typeface="微软雅黑"/>
                <a:cs typeface="Consolas"/>
              </a:rPr>
              <a:t># 然后 gdr_pin_buffer 不得再是 -22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5394960"/>
            <a:ext cx="11247120" cy="9601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缺 ready GPU：ioctl 没套上，或还没 cuInit。
有 VMM、无 hMemory：窗口没打开。有登记、pin 仍 -22：pin 的 VA 不在登记范围内。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09  现场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对照：Harry 的 5090  vs  我们的 4090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09  现场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30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502920"/>
          </a:xfrm>
          <a:prstGeom prst="roundRect">
            <a:avLst>
              <a:gd name="adj" fmla="val 4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078992"/>
            <a:ext cx="2194560" cy="5029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078992"/>
            <a:ext cx="4297680" cy="5029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4CB3FF"/>
                </a:solidFill>
                <a:latin typeface="微软雅黑"/>
                <a:ea typeface="微软雅黑"/>
                <a:cs typeface="微软雅黑"/>
              </a:rPr>
              <a:t>Harry · RTX 5090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078992"/>
            <a:ext cx="4480560" cy="50292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我们 · RTX 4090D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645920"/>
            <a:ext cx="11430000" cy="749808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645920"/>
            <a:ext cx="2194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645920"/>
            <a:ext cx="42976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NCCL + IB dma-buf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645920"/>
            <a:ext cx="4480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GDRCopy / peermem / get_pages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95728"/>
            <a:ext cx="11430000" cy="749808"/>
          </a:xfrm>
          <a:prstGeom prst="roundRect">
            <a:avLst>
              <a:gd name="adj" fmla="val 3000"/>
            </a:avLst>
          </a:prstGeom>
          <a:solidFill>
            <a:srgbClr val="1B2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395728"/>
            <a:ext cx="2194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内核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395728"/>
            <a:ext cx="42976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试过改 dma-buf 能力，不是闸门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395728"/>
            <a:ext cx="4480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只保留 aikitoria BAR1 P2P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45536"/>
            <a:ext cx="11430000" cy="749808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145536"/>
            <a:ext cx="2194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用户态手段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145536"/>
            <a:ext cx="42976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拷一份 libcuda，改一字节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145536"/>
            <a:ext cx="4480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LD_PRELOAD .so，不改文件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895344"/>
            <a:ext cx="11430000" cy="749808"/>
          </a:xfrm>
          <a:prstGeom prst="roundRect">
            <a:avLst>
              <a:gd name="adj" fmla="val 3000"/>
            </a:avLst>
          </a:prstGeom>
          <a:solidFill>
            <a:srgbClr val="1B2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95344"/>
            <a:ext cx="2194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拨开的东西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895344"/>
            <a:ext cx="42976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能力 bit / dma-buf 导出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895344"/>
            <a:ext cx="4480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attr 116 + 建 NV503C + 登记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645152"/>
            <a:ext cx="11430000" cy="749808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645152"/>
            <a:ext cx="2194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作者/我们的话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645152"/>
            <a:ext cx="42976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「这不会让旧 peermem 工作」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645152"/>
            <a:ext cx="4480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「我们走的就是这条旧路」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394960"/>
            <a:ext cx="11430000" cy="749808"/>
          </a:xfrm>
          <a:prstGeom prst="roundRect">
            <a:avLst>
              <a:gd name="adj" fmla="val 3000"/>
            </a:avLst>
          </a:prstGeom>
          <a:solidFill>
            <a:srgbClr val="1B2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394960"/>
            <a:ext cx="2194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怎么加载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394960"/>
            <a:ext cx="42976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LD_LIBRARY_PATH 指向拷贝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394960"/>
            <a:ext cx="448056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isolate/run.sh，禁止全局 preload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10  怎么跑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隔离目录 + run.sh，不要全局 export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10  怎么跑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31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11292840" cy="2606040"/>
          </a:xfrm>
          <a:prstGeom prst="roundRect">
            <a:avLst>
              <a:gd name="adj" fmla="val 5000"/>
            </a:avLst>
          </a:prstGeom>
          <a:solidFill>
            <a:srgbClr val="080C16"/>
          </a:solidFill>
          <a:ln w="15875">
            <a:solidFill>
              <a:srgbClr val="2C3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170432"/>
            <a:ext cx="11018519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0B429"/>
                </a:solidFill>
                <a:latin typeface="Consolas"/>
                <a:ea typeface="微软雅黑"/>
                <a:cs typeface="Consolas"/>
              </a:rPr>
              <a:t>只给这一次 exec 设 LD_PRELOAD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44752"/>
            <a:ext cx="11000232" cy="21488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./isolate_umdk_gpu.sh build $HOME/umdk_gpu_isolated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$HOME/umdk_gpu_isolated/run.sh \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$HOME/umdk_gpu_isolated/bin/urma_perftest write_lat_gpu \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D5DEEC"/>
                </a:solidFill>
                <a:latin typeface="Consolas"/>
                <a:ea typeface="微软雅黑"/>
                <a:cs typeface="Consolas"/>
              </a:rPr>
              <a:t>  --gpu-mode=peermem -d udmac0d1e2 ...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 i="0">
                <a:solidFill>
                  <a:srgbClr val="8B9BB4"/>
                </a:solidFill>
                <a:latin typeface="Consolas"/>
                <a:ea typeface="微软雅黑"/>
                <a:cs typeface="Consolas"/>
              </a:rPr>
              <a:t># 临时关掉钩子： UMDK_GDR_HOOK=0  .../run.sh 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" y="3840480"/>
            <a:ext cx="11292840" cy="77724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3291840" cy="77724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为什么不用全局 preload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840480"/>
            <a:ext cx="7498079" cy="77724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sudo 会丢掉 LD_PRELOAD；登录环境里每个进程都会加载 .so。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4663440"/>
            <a:ext cx="11292840" cy="77724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3291840" cy="77724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run.sh 会做什么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663440"/>
            <a:ext cx="7498079" cy="77724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make hook、拷进隔离目录、只给测试进程带上 .so，并拦 dlsym。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" y="5486400"/>
            <a:ext cx="11292840" cy="777240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86400"/>
            <a:ext cx="3291840" cy="77724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已经是 root 就不要套 sudo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486400"/>
            <a:ext cx="7498079" cy="77724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套了等于把钩子摘掉，然后奇怪地复现「没 ready GPU」。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10  怎么跑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不要做的事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10  怎么跑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32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97280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F07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不要改 4090 的 NVIDIA 内核来「开 GDR」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72768"/>
            <a:ext cx="109728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aikitoria 的 BAR1 P2P 保持原样。GDR 一半在用户态 .so。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" y="2139696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F07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31136"/>
            <a:ext cx="109728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不要把 Harry 的一字节当成完整方案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109728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那是 dma-buf / NCCL。我们要的是登记本 / get_pages。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3182111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F07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73551"/>
            <a:ext cx="109728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不要全局 export LD_PRELOAD，不要写 /etc/ld.so.preload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599"/>
            <a:ext cx="109728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只用 isolate 生成的 run.sh。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" y="4224527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F07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15967"/>
            <a:ext cx="109728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不要 sudo 掉环境变量之后说钩子坏了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0015"/>
            <a:ext cx="109728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sudo env LD_PRELOAD=绝对路径 ... 或已经是 root 就直接跑。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5266943"/>
            <a:ext cx="11292840" cy="987552"/>
          </a:xfrm>
          <a:prstGeom prst="roundRect">
            <a:avLst>
              <a:gd name="adj" fmla="val 4000"/>
            </a:avLst>
          </a:prstGeom>
          <a:solidFill>
            <a:srgbClr val="151D2E"/>
          </a:solidFill>
          <a:ln w="15875">
            <a:solidFill>
              <a:srgbClr val="F07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58383"/>
            <a:ext cx="109728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7178"/>
                </a:solidFill>
                <a:latin typeface="微软雅黑"/>
                <a:ea typeface="微软雅黑"/>
                <a:cs typeface="微软雅黑"/>
              </a:rPr>
              <a:t>不要写死 GDB 里看到的 handle / 文件偏移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42431"/>
            <a:ext cx="1097280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写死 RM 协议。房间号每次运行从 ioctl 抓。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10  怎么跑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排错表：日志缺哪一句，就回到哪一页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10  怎么跑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33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457200"/>
          </a:xfrm>
          <a:prstGeom prst="roundRect">
            <a:avLst>
              <a:gd name="adj" fmla="val 8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078992"/>
            <a:ext cx="365760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看到的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078992"/>
            <a:ext cx="393192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意思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078992"/>
            <a:ext cx="3383280" cy="45720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回到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572768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572768"/>
            <a:ext cx="365760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从没出现 ready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572768"/>
            <a:ext cx="393192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ioctl 没套上，或还没 cuInit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572768"/>
            <a:ext cx="33832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挟持 ioctl / dlsym / run.sh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22576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322576"/>
            <a:ext cx="365760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cannot alloc 0x503c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322576"/>
            <a:ext cx="393192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家谱还没收齐就去建本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322576"/>
            <a:ext cx="33832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track_alloc / 家谱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072384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072384"/>
            <a:ext cx="365760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REGISTER_VIDMEM no hMemory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072384"/>
            <a:ext cx="393192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还在走普通 cuMemAlloc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72384"/>
            <a:ext cx="33832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VMM 四步 / 抓窗口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822191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22191"/>
            <a:ext cx="365760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REGISTER_VIDMEM status != 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822191"/>
            <a:ext cx="393192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handle 错，或 VA/size 没 64K 对齐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822191"/>
            <a:ext cx="33832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登记本页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57200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572000"/>
            <a:ext cx="365760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登记成功，pin 仍 -22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572000"/>
            <a:ext cx="393192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pin 的 VA 不在登记范围内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572000"/>
            <a:ext cx="33832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对照日志里的 va/size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321808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B2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321808"/>
            <a:ext cx="365760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死在 SYNC_MEMOPS / 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5321808"/>
            <a:ext cx="393192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GDRCopy 把 801 当致命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321808"/>
            <a:ext cx="3383280" cy="74980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另外两扇门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11  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GDR 打通之后（今天只说到这里）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11  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34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43000"/>
            <a:ext cx="11292840" cy="15544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5875">
            <a:solidFill>
              <a:srgbClr val="3EC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25880"/>
            <a:ext cx="10789920" cy="12344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pin 成功，只说明：网卡侧能按 CUDA VA 找到 GPU 页。
把这些页再交给我们自己的 UDMA / 进程页表，是另一场讲座。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2926080"/>
            <a:ext cx="5532120" cy="32461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926080"/>
            <a:ext cx="82296" cy="324612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35808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3ECF8E"/>
                </a:solidFill>
                <a:latin typeface="微软雅黑"/>
                <a:ea typeface="微软雅黑"/>
                <a:cs typeface="微软雅黑"/>
              </a:rPr>
              <a:t>今天覆盖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46704"/>
            <a:ext cx="5221224" cy="27157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用户态闸门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ioctl 挟持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登记本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GDRCopy pin 不再 -22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926080"/>
            <a:ext cx="5532120" cy="3246120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926080"/>
            <a:ext cx="82296" cy="3246120"/>
          </a:xfrm>
          <a:prstGeom prst="rect">
            <a:avLst/>
          </a:prstGeom>
          <a:solidFill>
            <a:srgbClr val="8B9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3035808"/>
            <a:ext cx="5221224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今天不覆盖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346704"/>
            <a:ext cx="5221224" cy="271576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UMMU / 隔离 SVA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MATT / 4K SG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•  进程页表插 PFN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那些是 pin 成功之后的驱动故事。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12  带走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三句话就够写在笔记本上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12  带走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35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115568"/>
            <a:ext cx="11292840" cy="1572768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353312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53312"/>
            <a:ext cx="640080" cy="6400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280160"/>
            <a:ext cx="996696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闸门在用户态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719072"/>
            <a:ext cx="996696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4090 硬件能被 DMA 碰到。GeForce 的 libcuda 不肯宣布、也不肯写登记本。不要再为此改 NVIDIA 内核。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2807208"/>
            <a:ext cx="11292840" cy="1572768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044952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44952"/>
            <a:ext cx="640080" cy="6400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71800"/>
            <a:ext cx="996696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Harry 打开的是另一扇门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410712"/>
            <a:ext cx="996696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一字节让 dma-buf / NCCL 活。我们要的是 legacy get_pages。思想借他的，手续借 remote-lab 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" y="4498848"/>
            <a:ext cx="11292840" cy="1572768"/>
          </a:xfrm>
          <a:prstGeom prst="roundRect">
            <a:avLst>
              <a:gd name="adj" fmla="val 6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736592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640080" cy="640080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0B122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63440"/>
            <a:ext cx="9966960" cy="4114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挟持 ioctl 是在补手续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102352"/>
            <a:ext cx="9966960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偷看 RM_ALLOC 抄房间号，VMM 逼出 class 0x40，自己建 0x503c 把 VA 写进本。库存 GDRCopy 就能 pin。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960120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12  带走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384048"/>
            <a:ext cx="11247120" cy="43891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代码在哪，建议怎么读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77824"/>
            <a:ext cx="1234440" cy="41148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12  带走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36  /  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07899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07899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文件头注释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07899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gdr_geforce_hook.c:1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07899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先读绑架原理，再读功能列表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171907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71907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ioctl / 认人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1907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:429  :540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71907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形状过滤 → 真调用 → 拆包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235915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5915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track_alloc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35915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:333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35915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按 class 记账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299923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99923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VMM 替换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299923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:801  :928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99923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cuMemAlloc_v2 的身体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363931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63931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建本 + 登记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63931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:631  :671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63931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0x503c / 0102 / 0104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" y="427939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27939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116 与 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27939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:910  :949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27939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两扇小门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" y="491947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91947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dlsym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491947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:1104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91947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套住 urma_perftest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" y="5559552"/>
            <a:ext cx="11292840" cy="621792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 w="15875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559552"/>
            <a:ext cx="237744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怎么跑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5559552"/>
            <a:ext cx="393192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F4F7FC"/>
                </a:solidFill>
                <a:latin typeface="Consolas"/>
                <a:ea typeface="微软雅黑"/>
                <a:cs typeface="Consolas"/>
              </a:rPr>
              <a:t>isolate_umdk_gpu.sh / README.md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5559552"/>
            <a:ext cx="4480560" cy="621792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run.sh，不要全局 preload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 i="0">
                <a:solidFill>
                  <a:srgbClr val="F0B429"/>
                </a:solidFill>
                <a:latin typeface="微软雅黑"/>
                <a:ea typeface="微软雅黑"/>
                <a:cs typeface="微软雅黑"/>
              </a:rPr>
              <a:t>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5400" b="1" i="0">
                <a:solidFill>
                  <a:srgbClr val="F4F7FC"/>
                </a:solidFill>
                <a:latin typeface="微软雅黑"/>
                <a:ea typeface="微软雅黑"/>
                <a:cs typeface="微软雅黑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72800" cy="14630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D5DEEC"/>
                </a:solidFill>
                <a:latin typeface="微软雅黑"/>
                <a:ea typeface="微软雅黑"/>
                <a:cs typeface="微软雅黑"/>
              </a:rPr>
              <a:t>想问内核细节？先把它翻译成：
登记本 / 房间号 / 工单 / 插队，再问。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源码  userspace/gdr-geforce-hook/
文章  harrychen.xyz/2026/05/20/enable-gpudirect-rdma-on-rtx-5090/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6766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提问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1945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8B9BB4"/>
                </a:solidFill>
                <a:latin typeface="微软雅黑"/>
                <a:ea typeface="微软雅黑"/>
                <a:cs typeface="微软雅黑"/>
              </a:rPr>
              <a:t>37  / 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